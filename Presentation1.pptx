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9"/>
  </p:normalViewPr>
  <p:slideViewPr>
    <p:cSldViewPr snapToGrid="0">
      <p:cViewPr>
        <p:scale>
          <a:sx n="112" d="100"/>
          <a:sy n="112" d="100"/>
        </p:scale>
        <p:origin x="5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0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9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4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5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9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8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1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0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22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Eyes on a candy">
            <a:extLst>
              <a:ext uri="{FF2B5EF4-FFF2-40B4-BE49-F238E27FC236}">
                <a16:creationId xmlns:a16="http://schemas.microsoft.com/office/drawing/2014/main" id="{C91BC90F-1418-03A8-6B52-87DF0A777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4049" b="19342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8AD88-8B58-7B6B-4C25-2C6AC9CB4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dirty="0"/>
              <a:t>Vectorization of plug and play diffusion priors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5762B-67A8-D1D0-693A-C57B43110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800"/>
              <a:t>Presenter: Xiaoyu Qiu</a:t>
            </a:r>
          </a:p>
        </p:txBody>
      </p:sp>
    </p:spTree>
    <p:extLst>
      <p:ext uri="{BB962C8B-B14F-4D97-AF65-F5344CB8AC3E}">
        <p14:creationId xmlns:p14="http://schemas.microsoft.com/office/powerpoint/2010/main" val="15965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CF8E8-BEB0-D62A-03E3-4FEDC1D9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84" y="723900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/>
              <a:t>Background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4989EF-2B74-21D6-8715-C894BBED3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54" t="6213" r="3809"/>
          <a:stretch>
            <a:fillRect/>
          </a:stretch>
        </p:blipFill>
        <p:spPr>
          <a:xfrm>
            <a:off x="2211638" y="1447801"/>
            <a:ext cx="9877039" cy="57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5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C8EF0-823B-4576-F1E0-FA5FD934F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 dirty="0"/>
              <a:t>background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2A9D4-3A35-12F0-68A1-E3F23C962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962505" cy="3767328"/>
          </a:xfrm>
        </p:spPr>
        <p:txBody>
          <a:bodyPr>
            <a:normAutofit/>
          </a:bodyPr>
          <a:lstStyle/>
          <a:p>
            <a:r>
              <a:rPr lang="en-US" sz="2400" dirty="0"/>
              <a:t>Input:  a trained diffusion model prior, given operator A, measurement y </a:t>
            </a:r>
          </a:p>
          <a:p>
            <a:r>
              <a:rPr lang="en-US" sz="2400" dirty="0"/>
              <a:t>Target: reconstruct x</a:t>
            </a:r>
          </a:p>
          <a:p>
            <a:r>
              <a:rPr lang="en-US" sz="2400" dirty="0"/>
              <a:t>There are many methods proposed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E5DE24-B2BB-F00F-A891-5B722AD1D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" r="-1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9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80DCE-5B96-2C1F-E7F0-178CBBBC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DAPS</a:t>
            </a:r>
            <a:r>
              <a:rPr lang="zh-CN" altLang="en-US" dirty="0"/>
              <a:t> </a:t>
            </a:r>
            <a:r>
              <a:rPr lang="en-US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2D529A-75B0-869A-7EA8-FC7FD948E5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1652602"/>
            <a:ext cx="10691812" cy="345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EE47B3-F60F-BB72-5FAA-77A7D55363FE}"/>
              </a:ext>
            </a:extLst>
          </p:cNvPr>
          <p:cNvSpPr txBox="1"/>
          <p:nvPr/>
        </p:nvSpPr>
        <p:spPr>
          <a:xfrm>
            <a:off x="7124054" y="5475574"/>
            <a:ext cx="506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Thanks to my collaborator </a:t>
            </a:r>
            <a:r>
              <a:rPr lang="en-US" dirty="0" err="1"/>
              <a:t>Zhanhao</a:t>
            </a:r>
            <a:r>
              <a:rPr lang="en-US" dirty="0"/>
              <a:t> Liu</a:t>
            </a:r>
          </a:p>
        </p:txBody>
      </p:sp>
    </p:spTree>
    <p:extLst>
      <p:ext uri="{BB962C8B-B14F-4D97-AF65-F5344CB8AC3E}">
        <p14:creationId xmlns:p14="http://schemas.microsoft.com/office/powerpoint/2010/main" val="455152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4AC9-9E4E-E07F-11FA-5168B7F4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5173223" cy="1307592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E11E2-372C-1C56-F547-E39B6F093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47" y="1859797"/>
            <a:ext cx="5486400" cy="41020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Released code only supports image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I don’t have experience in image data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Limited access to GPU 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I need to work on the project</a:t>
            </a:r>
            <a:r>
              <a:rPr lang="zh-CN" altLang="en-US" sz="2400" b="1" dirty="0">
                <a:solidFill>
                  <a:schemeClr val="accent1"/>
                </a:solidFill>
              </a:rPr>
              <a:t> </a:t>
            </a:r>
            <a:endParaRPr lang="en-US" sz="2400" b="1" dirty="0">
              <a:solidFill>
                <a:schemeClr val="accent1"/>
              </a:solidFill>
            </a:endParaRPr>
          </a:p>
          <a:p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C3E7F3-FAC8-9AFD-8205-14B81FA0B530}"/>
              </a:ext>
            </a:extLst>
          </p:cNvPr>
          <p:cNvSpPr txBox="1">
            <a:spLocks/>
          </p:cNvSpPr>
          <p:nvPr/>
        </p:nvSpPr>
        <p:spPr>
          <a:xfrm>
            <a:off x="6096000" y="883404"/>
            <a:ext cx="5173223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86371F-0CF6-DE7E-62DF-9A210F75C131}"/>
              </a:ext>
            </a:extLst>
          </p:cNvPr>
          <p:cNvSpPr txBox="1">
            <a:spLocks/>
          </p:cNvSpPr>
          <p:nvPr/>
        </p:nvSpPr>
        <p:spPr>
          <a:xfrm>
            <a:off x="6096000" y="1828801"/>
            <a:ext cx="5281711" cy="4102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Small dimension vector data toy setting</a:t>
            </a:r>
            <a:r>
              <a:rPr lang="zh-CN" altLang="en-US" sz="2400" dirty="0"/>
              <a:t> </a:t>
            </a:r>
            <a:r>
              <a:rPr lang="en-US" altLang="zh-CN" sz="2400" b="1" dirty="0"/>
              <a:t>to speed up</a:t>
            </a:r>
            <a:endParaRPr lang="en-US" sz="2400" b="1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Rewrote and adapted several Plug-and-Play Diffusion methods into vector format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162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0560-1D3B-A614-B667-37B0E81F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Progress 1: reproduce the expected result</a:t>
            </a:r>
          </a:p>
        </p:txBody>
      </p:sp>
      <p:pic>
        <p:nvPicPr>
          <p:cNvPr id="5" name="Content Placeholder 4" descr="A comparison of a graph&#10;&#10;AI-generated content may be incorrect.">
            <a:extLst>
              <a:ext uri="{FF2B5EF4-FFF2-40B4-BE49-F238E27FC236}">
                <a16:creationId xmlns:a16="http://schemas.microsoft.com/office/drawing/2014/main" id="{C1E5B2F0-9BC5-2405-0F40-A882918DA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113" y="1802296"/>
            <a:ext cx="8409786" cy="4119079"/>
          </a:xfrm>
        </p:spPr>
      </p:pic>
    </p:spTree>
    <p:extLst>
      <p:ext uri="{BB962C8B-B14F-4D97-AF65-F5344CB8AC3E}">
        <p14:creationId xmlns:p14="http://schemas.microsoft.com/office/powerpoint/2010/main" val="4111791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F5F4-A915-5963-E144-A3F8C0635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09898"/>
            <a:ext cx="4608784" cy="373989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It cannot guarantee that the adapted code keeps everything the same.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It’s also not possible to rewrite all the methods.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There would also be format other than vector.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D8E446-91B4-EE9B-CC73-69A240EE6D57}"/>
              </a:ext>
            </a:extLst>
          </p:cNvPr>
          <p:cNvSpPr txBox="1">
            <a:spLocks/>
          </p:cNvSpPr>
          <p:nvPr/>
        </p:nvSpPr>
        <p:spPr>
          <a:xfrm>
            <a:off x="700635" y="914400"/>
            <a:ext cx="5173223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motivation2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9CF49B-34C7-9D84-EFA5-C0E8B00D4AD8}"/>
              </a:ext>
            </a:extLst>
          </p:cNvPr>
          <p:cNvSpPr txBox="1">
            <a:spLocks/>
          </p:cNvSpPr>
          <p:nvPr/>
        </p:nvSpPr>
        <p:spPr>
          <a:xfrm>
            <a:off x="495947" y="1859797"/>
            <a:ext cx="5486400" cy="4102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0D953E-2707-2F56-069A-CD6A85844999}"/>
              </a:ext>
            </a:extLst>
          </p:cNvPr>
          <p:cNvSpPr txBox="1">
            <a:spLocks/>
          </p:cNvSpPr>
          <p:nvPr/>
        </p:nvSpPr>
        <p:spPr>
          <a:xfrm>
            <a:off x="6096000" y="883404"/>
            <a:ext cx="5173223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D65C9E-D385-E95E-5E21-FA1C2FC8FE96}"/>
              </a:ext>
            </a:extLst>
          </p:cNvPr>
          <p:cNvSpPr txBox="1">
            <a:spLocks/>
          </p:cNvSpPr>
          <p:nvPr/>
        </p:nvSpPr>
        <p:spPr>
          <a:xfrm>
            <a:off x="6096000" y="1828801"/>
            <a:ext cx="5281711" cy="4102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Wrap vector data (or other type in the future) into pseudo images</a:t>
            </a:r>
          </a:p>
          <a:p>
            <a:pPr marL="0" indent="0" algn="r"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--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Modularize the code</a:t>
            </a: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980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5054-803E-F95B-F2DF-64EE99E7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080655"/>
          </a:xfrm>
        </p:spPr>
        <p:txBody>
          <a:bodyPr>
            <a:normAutofit fontScale="90000"/>
          </a:bodyPr>
          <a:lstStyle/>
          <a:p>
            <a:r>
              <a:rPr lang="en-US" dirty="0"/>
              <a:t>Progress2:  expected result in pseudo image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635E0E-D762-A625-B751-143F50980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90" y="2221992"/>
            <a:ext cx="10920410" cy="4016575"/>
          </a:xfrm>
        </p:spPr>
      </p:pic>
    </p:spTree>
    <p:extLst>
      <p:ext uri="{BB962C8B-B14F-4D97-AF65-F5344CB8AC3E}">
        <p14:creationId xmlns:p14="http://schemas.microsoft.com/office/powerpoint/2010/main" val="3316407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08B2-5782-AD47-095B-27ADE2A7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Ambitious impact </a:t>
            </a:r>
            <a:r>
              <a:rPr lang="en-US" sz="3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B9CF5-33F7-DBB9-5130-C1955C72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920558" cy="3739896"/>
          </a:xfrm>
        </p:spPr>
        <p:txBody>
          <a:bodyPr>
            <a:normAutofit/>
          </a:bodyPr>
          <a:lstStyle/>
          <a:p>
            <a:r>
              <a:rPr lang="en-US" sz="2400" dirty="0"/>
              <a:t>Make it easy to use for statisticians and advertising these methods to stats field </a:t>
            </a:r>
          </a:p>
          <a:p>
            <a:pPr marL="0" indent="0">
              <a:buNone/>
            </a:pPr>
            <a:r>
              <a:rPr lang="en-US" sz="2400" dirty="0"/>
              <a:t>	(e.g. 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imputation on missing data </a:t>
            </a:r>
            <a:r>
              <a:rPr lang="en-US" sz="2400" dirty="0"/>
              <a:t>with a known prior)</a:t>
            </a:r>
          </a:p>
          <a:p>
            <a:r>
              <a:rPr lang="en-US" sz="2400" dirty="0"/>
              <a:t>Investigate the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underlying structure </a:t>
            </a:r>
            <a:r>
              <a:rPr lang="en-US" sz="2400" dirty="0"/>
              <a:t>of true image (natural image, medical image) comparing with tabular (numerical) data based pseudo image</a:t>
            </a:r>
          </a:p>
        </p:txBody>
      </p:sp>
    </p:spTree>
    <p:extLst>
      <p:ext uri="{BB962C8B-B14F-4D97-AF65-F5344CB8AC3E}">
        <p14:creationId xmlns:p14="http://schemas.microsoft.com/office/powerpoint/2010/main" val="358509367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212</Words>
  <Application>Microsoft Macintosh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Univers Condensed</vt:lpstr>
      <vt:lpstr>ChronicleVTI</vt:lpstr>
      <vt:lpstr>Vectorization of plug and play diffusion priors</vt:lpstr>
      <vt:lpstr>Background</vt:lpstr>
      <vt:lpstr>background</vt:lpstr>
      <vt:lpstr>Example – DAPS  </vt:lpstr>
      <vt:lpstr>motivation</vt:lpstr>
      <vt:lpstr>Progress 1: reproduce the expected result</vt:lpstr>
      <vt:lpstr>PowerPoint Presentation</vt:lpstr>
      <vt:lpstr>Progress2:  expected result in pseudo image</vt:lpstr>
      <vt:lpstr>Ambitious impact dreaming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Qiu, Xiaoyu</dc:creator>
  <cp:lastModifiedBy>Qiu, Xiaoyu</cp:lastModifiedBy>
  <cp:revision>22</cp:revision>
  <dcterms:created xsi:type="dcterms:W3CDTF">2025-12-02T17:02:15Z</dcterms:created>
  <dcterms:modified xsi:type="dcterms:W3CDTF">2025-12-04T17:04:18Z</dcterms:modified>
</cp:coreProperties>
</file>